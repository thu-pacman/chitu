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71" d="100"/>
          <a:sy n="71" d="100"/>
        </p:scale>
        <p:origin x="7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FF8208-B87A-8DB2-7DEB-1C86CF9FF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34D90F-311B-A4EC-143C-C88FBEF82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038189-DE56-BBA5-C556-1A25B6FFF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CE3C-6EB3-4901-9800-CEE1ADE6068F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7C612A-A597-CA9E-96B6-5A4EBE463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70AA8D-7F2D-0A03-BABB-9853DB612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AA3E6-E9C7-46B5-B9C2-3A63B9348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522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5B8304-010D-5600-F068-E8D712A0A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E10367-C0CA-BEB7-18B8-AE08217CB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34EB03-7DF5-56CE-71ED-5F6826715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CE3C-6EB3-4901-9800-CEE1ADE6068F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C2ADC6-7852-EE92-4164-0F79D1A85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44E7DB-255B-5993-767A-1B8BF76D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AA3E6-E9C7-46B5-B9C2-3A63B9348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39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60C73C-861F-7216-E556-5B41F5CA7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87995E-7F0A-FBFB-31AB-A75A964EA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5CEA8B-927E-C75E-18E5-D04654008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CE3C-6EB3-4901-9800-CEE1ADE6068F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CC7CEE-0430-9C3A-A644-EC1F5986E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4A7CD3-D3BE-FA22-8D05-1070F2F94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AA3E6-E9C7-46B5-B9C2-3A63B9348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555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C5348B-ED11-9E6E-FC18-642BFD50D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6092DC-58A0-D7A5-9C24-14E2589AA0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CD8E61-0544-D186-2050-9042D627F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78662D-710B-0649-7A25-3603C4B2B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CE3C-6EB3-4901-9800-CEE1ADE6068F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12CB97-6951-842B-0C83-276EA8581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9F1638-517E-A107-3511-D8B603AAF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AA3E6-E9C7-46B5-B9C2-3A63B9348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65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3A45AB-FA9E-5E47-21A9-5F976685A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A48425-FC5F-43EC-43E9-20BE3CAE3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B099EB-3265-0C94-EC25-3CB453274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9315F3-94A0-9C45-F612-22B9DAF18F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FC822FC-437B-FA88-DB90-00E02FADBF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AA9F270-66C0-C24E-0913-7FC0FDFF8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CE3C-6EB3-4901-9800-CEE1ADE6068F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AFB88B3-9C18-1431-E9A4-7BC2AB598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5C687AB-C4AC-E9AE-CB35-4162B19E0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AA3E6-E9C7-46B5-B9C2-3A63B9348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348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E7651E-811B-B15D-5532-611F00D8E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D1474A3-35F2-A2FA-4C59-971F9F4E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CE3C-6EB3-4901-9800-CEE1ADE6068F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A0731A2-FCD3-2224-1199-299A4F1B7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BDA49D-6803-1F9C-0AEB-41A9D2883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AA3E6-E9C7-46B5-B9C2-3A63B9348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35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367AA05-828C-A703-BB78-B86A6E52E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CE3C-6EB3-4901-9800-CEE1ADE6068F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A7A78F4-DE04-609F-6134-2D64B411F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EA0428-7AEC-7CD8-8EF4-0FF95D558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AA3E6-E9C7-46B5-B9C2-3A63B9348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855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8DCB3B-B550-9BD5-3D9E-359A0A967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ABFB84-D891-BF82-7D5A-CD27CBE09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03F869-F4CA-5064-6B27-06CB7F6FB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B69358-4E05-92C3-FA7A-CC90773F9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CE3C-6EB3-4901-9800-CEE1ADE6068F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3DE06D-E3D5-9C81-0047-2753191CE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E5E062-F42E-E61F-F5AD-EEF15CB27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AA3E6-E9C7-46B5-B9C2-3A63B9348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83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2AB993-337C-83AF-FD47-C9DF28E8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69E92A5-9858-8DDD-1044-5A74FC6078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DAB4D2-AA67-D07C-708D-D26C46F9F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D0216A-0D40-C777-FB5B-10D2A5907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CE3C-6EB3-4901-9800-CEE1ADE6068F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16487D-E80D-D998-BEBF-99BB877D4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DA0F93-41D2-926C-4B49-8E25F7DA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AA3E6-E9C7-46B5-B9C2-3A63B9348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51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31150B-B7F8-50D6-CDCC-C632292EB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6D0BCA-D7B0-042C-634D-741A9A23C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949D75-A6B9-F376-5693-B3EB9F971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CE3C-6EB3-4901-9800-CEE1ADE6068F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D867A7-FDB7-8F53-65EF-BB147D952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6E450C-5CCA-3F1A-1F5A-1085F8AD9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AA3E6-E9C7-46B5-B9C2-3A63B9348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280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361D24-DAD1-BF86-9F9C-B21C3E2D3E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A548EC-5DC2-C190-6D7C-881408F58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C8150F-D193-7BA2-1BDF-C606273CC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CE3C-6EB3-4901-9800-CEE1ADE6068F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29E0A6-69E0-4602-ABA4-A1894B73F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047BEE-8015-20C8-5756-11B32913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AA3E6-E9C7-46B5-B9C2-3A63B9348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111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66B17C-C612-C6C3-ADAA-B136341D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3F1415-B5E1-3228-EEDA-C81EB75A4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FC9059-5D01-D286-E426-966483B876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DACE3C-6EB3-4901-9800-CEE1ADE6068F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6DAAC3-0161-E7E9-90D6-78607B24D3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31A5FF-7FF3-681B-4E2A-6250F3B161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6AA3E6-E9C7-46B5-B9C2-3A63B9348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713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流程图: 过程 22">
            <a:extLst>
              <a:ext uri="{FF2B5EF4-FFF2-40B4-BE49-F238E27FC236}">
                <a16:creationId xmlns:a16="http://schemas.microsoft.com/office/drawing/2014/main" id="{70E608E7-A00F-7356-E1CE-3AA8E16F2B34}"/>
              </a:ext>
            </a:extLst>
          </p:cNvPr>
          <p:cNvSpPr/>
          <p:nvPr/>
        </p:nvSpPr>
        <p:spPr>
          <a:xfrm>
            <a:off x="1494866" y="950203"/>
            <a:ext cx="7046260" cy="3503395"/>
          </a:xfrm>
          <a:prstGeom prst="flowChartProcess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流程图: 过程 21">
            <a:extLst>
              <a:ext uri="{FF2B5EF4-FFF2-40B4-BE49-F238E27FC236}">
                <a16:creationId xmlns:a16="http://schemas.microsoft.com/office/drawing/2014/main" id="{46BA200D-F818-5903-9327-DCD9E4AD515B}"/>
              </a:ext>
            </a:extLst>
          </p:cNvPr>
          <p:cNvSpPr/>
          <p:nvPr/>
        </p:nvSpPr>
        <p:spPr>
          <a:xfrm>
            <a:off x="1414181" y="1016566"/>
            <a:ext cx="7046260" cy="3503395"/>
          </a:xfrm>
          <a:prstGeom prst="flowChartProcess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流程图: 过程 17">
            <a:extLst>
              <a:ext uri="{FF2B5EF4-FFF2-40B4-BE49-F238E27FC236}">
                <a16:creationId xmlns:a16="http://schemas.microsoft.com/office/drawing/2014/main" id="{736297B9-1E21-ECC1-D2CF-5D6DE23A3245}"/>
              </a:ext>
            </a:extLst>
          </p:cNvPr>
          <p:cNvSpPr/>
          <p:nvPr/>
        </p:nvSpPr>
        <p:spPr>
          <a:xfrm>
            <a:off x="1344705" y="1082926"/>
            <a:ext cx="7046260" cy="3503395"/>
          </a:xfrm>
          <a:prstGeom prst="flowChartProcess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03C7D8-A181-10FC-5E60-97DAD3BBDA08}"/>
              </a:ext>
            </a:extLst>
          </p:cNvPr>
          <p:cNvSpPr/>
          <p:nvPr/>
        </p:nvSpPr>
        <p:spPr>
          <a:xfrm>
            <a:off x="1479176" y="1855694"/>
            <a:ext cx="4513731" cy="1976718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dirty="0"/>
              <a:t>Layer 1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194CCB-5697-217B-09A7-DD09601A259F}"/>
              </a:ext>
            </a:extLst>
          </p:cNvPr>
          <p:cNvSpPr/>
          <p:nvPr/>
        </p:nvSpPr>
        <p:spPr>
          <a:xfrm>
            <a:off x="2205318" y="2366682"/>
            <a:ext cx="1196788" cy="11564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Attn</a:t>
            </a:r>
          </a:p>
          <a:p>
            <a:pPr algn="ctr"/>
            <a:r>
              <a:rPr lang="en-US" altLang="zh-CN" dirty="0"/>
              <a:t>weight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891712-63E3-7579-CA64-39155C515979}"/>
              </a:ext>
            </a:extLst>
          </p:cNvPr>
          <p:cNvSpPr/>
          <p:nvPr/>
        </p:nvSpPr>
        <p:spPr>
          <a:xfrm>
            <a:off x="4500282" y="2366680"/>
            <a:ext cx="1196788" cy="11564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FFN</a:t>
            </a:r>
          </a:p>
          <a:p>
            <a:pPr algn="ctr"/>
            <a:r>
              <a:rPr lang="en-US" altLang="zh-CN" dirty="0"/>
              <a:t>weight</a:t>
            </a:r>
            <a:endParaRPr lang="zh-CN" altLang="en-US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DEC97734-0A23-E8F5-5424-F7C45A941335}"/>
              </a:ext>
            </a:extLst>
          </p:cNvPr>
          <p:cNvSpPr/>
          <p:nvPr/>
        </p:nvSpPr>
        <p:spPr>
          <a:xfrm>
            <a:off x="1210236" y="2480981"/>
            <a:ext cx="891988" cy="927847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Act</a:t>
            </a:r>
            <a:endParaRPr lang="zh-CN" altLang="en-US" dirty="0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9007355C-1212-096D-F58E-1C2B6E367964}"/>
              </a:ext>
            </a:extLst>
          </p:cNvPr>
          <p:cNvSpPr/>
          <p:nvPr/>
        </p:nvSpPr>
        <p:spPr>
          <a:xfrm>
            <a:off x="3505200" y="2501153"/>
            <a:ext cx="891988" cy="927847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Act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60EFDC5-BC45-32D8-E848-6975E6087B06}"/>
              </a:ext>
            </a:extLst>
          </p:cNvPr>
          <p:cNvSpPr/>
          <p:nvPr/>
        </p:nvSpPr>
        <p:spPr>
          <a:xfrm>
            <a:off x="6199094" y="1855694"/>
            <a:ext cx="891989" cy="1976718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dirty="0"/>
              <a:t>Layer 2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53D06E-FBBA-200B-DDF1-6E2F66D927D8}"/>
              </a:ext>
            </a:extLst>
          </p:cNvPr>
          <p:cNvSpPr/>
          <p:nvPr/>
        </p:nvSpPr>
        <p:spPr>
          <a:xfrm>
            <a:off x="7297270" y="1855694"/>
            <a:ext cx="891989" cy="1976718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dirty="0"/>
              <a:t>Layer 3</a:t>
            </a:r>
            <a:endParaRPr lang="zh-CN" altLang="en-US" dirty="0"/>
          </a:p>
        </p:txBody>
      </p: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51EF56AA-308F-F618-9A7E-A7B8ED096FDF}"/>
              </a:ext>
            </a:extLst>
          </p:cNvPr>
          <p:cNvSpPr/>
          <p:nvPr/>
        </p:nvSpPr>
        <p:spPr>
          <a:xfrm rot="16200000">
            <a:off x="2608733" y="3146613"/>
            <a:ext cx="389962" cy="119678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1F4E782-300A-C5F3-EBCD-51836B0637C7}"/>
              </a:ext>
            </a:extLst>
          </p:cNvPr>
          <p:cNvSpPr txBox="1"/>
          <p:nvPr/>
        </p:nvSpPr>
        <p:spPr>
          <a:xfrm>
            <a:off x="1842247" y="3939990"/>
            <a:ext cx="1922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Partitioned by </a:t>
            </a:r>
            <a:r>
              <a:rPr lang="en-US" altLang="zh-CN" b="1" dirty="0"/>
              <a:t>TP</a:t>
            </a:r>
            <a:endParaRPr lang="zh-CN" altLang="en-US" b="1" dirty="0"/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79B29098-6AA1-9EB5-CCB3-E44EE41829CD}"/>
              </a:ext>
            </a:extLst>
          </p:cNvPr>
          <p:cNvSpPr/>
          <p:nvPr/>
        </p:nvSpPr>
        <p:spPr>
          <a:xfrm rot="16200000">
            <a:off x="4910421" y="3146613"/>
            <a:ext cx="389962" cy="119678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D1CC08A-129C-1F76-6EC3-BAA7E883F17E}"/>
              </a:ext>
            </a:extLst>
          </p:cNvPr>
          <p:cNvSpPr txBox="1"/>
          <p:nvPr/>
        </p:nvSpPr>
        <p:spPr>
          <a:xfrm>
            <a:off x="4143935" y="3939990"/>
            <a:ext cx="1922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Partitioned by </a:t>
            </a:r>
            <a:r>
              <a:rPr lang="en-US" altLang="zh-CN" b="1" dirty="0"/>
              <a:t>TP</a:t>
            </a:r>
            <a:endParaRPr lang="zh-CN" altLang="en-US" b="1" dirty="0"/>
          </a:p>
        </p:txBody>
      </p: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73FAFF3B-5892-542E-BC2F-A4ABC5FA19C9}"/>
              </a:ext>
            </a:extLst>
          </p:cNvPr>
          <p:cNvSpPr/>
          <p:nvPr/>
        </p:nvSpPr>
        <p:spPr>
          <a:xfrm rot="5400000">
            <a:off x="4639236" y="-1748118"/>
            <a:ext cx="389962" cy="6710083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856E8FD-D5DE-117B-F01F-D33B3C7498AA}"/>
              </a:ext>
            </a:extLst>
          </p:cNvPr>
          <p:cNvSpPr txBox="1"/>
          <p:nvPr/>
        </p:nvSpPr>
        <p:spPr>
          <a:xfrm>
            <a:off x="3872752" y="1082926"/>
            <a:ext cx="1922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Partitioned by </a:t>
            </a:r>
            <a:r>
              <a:rPr lang="en-US" altLang="zh-CN" b="1" dirty="0"/>
              <a:t>PP</a:t>
            </a:r>
            <a:endParaRPr lang="zh-CN" altLang="en-US" b="1" dirty="0"/>
          </a:p>
        </p:txBody>
      </p:sp>
      <p:sp>
        <p:nvSpPr>
          <p:cNvPr id="24" name="左大括号 23">
            <a:extLst>
              <a:ext uri="{FF2B5EF4-FFF2-40B4-BE49-F238E27FC236}">
                <a16:creationId xmlns:a16="http://schemas.microsoft.com/office/drawing/2014/main" id="{7BDC5F45-2529-D24D-C6DD-98FD9CEFE96F}"/>
              </a:ext>
            </a:extLst>
          </p:cNvPr>
          <p:cNvSpPr/>
          <p:nvPr/>
        </p:nvSpPr>
        <p:spPr>
          <a:xfrm rot="13763638">
            <a:off x="8434633" y="4506867"/>
            <a:ext cx="389962" cy="46578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609337A-16A1-13A5-42D1-DD81862B22D9}"/>
              </a:ext>
            </a:extLst>
          </p:cNvPr>
          <p:cNvSpPr txBox="1"/>
          <p:nvPr/>
        </p:nvSpPr>
        <p:spPr>
          <a:xfrm>
            <a:off x="6066865" y="4896043"/>
            <a:ext cx="2974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/>
              <a:t>Copied by</a:t>
            </a:r>
          </a:p>
          <a:p>
            <a:pPr algn="r"/>
            <a:r>
              <a:rPr lang="en-US" altLang="zh-CN" dirty="0"/>
              <a:t>P/D/P+D </a:t>
            </a:r>
            <a:r>
              <a:rPr lang="en-US" altLang="zh-CN" b="1" dirty="0"/>
              <a:t>instances</a:t>
            </a:r>
            <a:endParaRPr lang="zh-CN" altLang="en-US" b="1" dirty="0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330B0AEB-BE35-0DA4-A097-F02775D84114}"/>
              </a:ext>
            </a:extLst>
          </p:cNvPr>
          <p:cNvSpPr/>
          <p:nvPr/>
        </p:nvSpPr>
        <p:spPr>
          <a:xfrm>
            <a:off x="5800164" y="2501153"/>
            <a:ext cx="891988" cy="927847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Act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4882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48C3A-9A4A-AE1C-214E-8B9C603EC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流程图: 过程 22">
            <a:extLst>
              <a:ext uri="{FF2B5EF4-FFF2-40B4-BE49-F238E27FC236}">
                <a16:creationId xmlns:a16="http://schemas.microsoft.com/office/drawing/2014/main" id="{D7B64646-3EA0-EE4C-1BE4-637D645481D3}"/>
              </a:ext>
            </a:extLst>
          </p:cNvPr>
          <p:cNvSpPr/>
          <p:nvPr/>
        </p:nvSpPr>
        <p:spPr>
          <a:xfrm>
            <a:off x="1494865" y="944817"/>
            <a:ext cx="7277025" cy="3508781"/>
          </a:xfrm>
          <a:prstGeom prst="flowChartProcess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流程图: 过程 21">
            <a:extLst>
              <a:ext uri="{FF2B5EF4-FFF2-40B4-BE49-F238E27FC236}">
                <a16:creationId xmlns:a16="http://schemas.microsoft.com/office/drawing/2014/main" id="{A34ED529-AF0E-889A-2125-EF734EF222EC}"/>
              </a:ext>
            </a:extLst>
          </p:cNvPr>
          <p:cNvSpPr/>
          <p:nvPr/>
        </p:nvSpPr>
        <p:spPr>
          <a:xfrm>
            <a:off x="1414180" y="1011180"/>
            <a:ext cx="7277025" cy="3508781"/>
          </a:xfrm>
          <a:prstGeom prst="flowChartProcess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流程图: 过程 17">
            <a:extLst>
              <a:ext uri="{FF2B5EF4-FFF2-40B4-BE49-F238E27FC236}">
                <a16:creationId xmlns:a16="http://schemas.microsoft.com/office/drawing/2014/main" id="{4F8E9289-F547-247D-0057-39B00CA07BD0}"/>
              </a:ext>
            </a:extLst>
          </p:cNvPr>
          <p:cNvSpPr/>
          <p:nvPr/>
        </p:nvSpPr>
        <p:spPr>
          <a:xfrm>
            <a:off x="1344704" y="1077540"/>
            <a:ext cx="7277025" cy="3508781"/>
          </a:xfrm>
          <a:prstGeom prst="flowChartProcess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5DD628-5731-8C66-CD87-786D065769F5}"/>
              </a:ext>
            </a:extLst>
          </p:cNvPr>
          <p:cNvSpPr/>
          <p:nvPr/>
        </p:nvSpPr>
        <p:spPr>
          <a:xfrm>
            <a:off x="1479176" y="1855694"/>
            <a:ext cx="4688542" cy="1976718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dirty="0"/>
              <a:t>Layer 1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11E38A-ACF6-3E49-16C8-320BE3728B34}"/>
              </a:ext>
            </a:extLst>
          </p:cNvPr>
          <p:cNvSpPr/>
          <p:nvPr/>
        </p:nvSpPr>
        <p:spPr>
          <a:xfrm>
            <a:off x="2205318" y="2366682"/>
            <a:ext cx="1196788" cy="11564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Attn</a:t>
            </a:r>
          </a:p>
          <a:p>
            <a:pPr algn="ctr"/>
            <a:r>
              <a:rPr lang="en-US" altLang="zh-CN" dirty="0"/>
              <a:t>weight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F22C02-BBEF-8C83-E81F-5E38C1B5686C}"/>
              </a:ext>
            </a:extLst>
          </p:cNvPr>
          <p:cNvSpPr/>
          <p:nvPr/>
        </p:nvSpPr>
        <p:spPr>
          <a:xfrm>
            <a:off x="4659403" y="2225054"/>
            <a:ext cx="1196788" cy="11564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FFN</a:t>
            </a:r>
          </a:p>
          <a:p>
            <a:pPr algn="ctr"/>
            <a:r>
              <a:rPr lang="en-US" altLang="zh-CN" dirty="0"/>
              <a:t>weight</a:t>
            </a:r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82DF381-0F08-EAE2-0714-EBF3C17A3687}"/>
              </a:ext>
            </a:extLst>
          </p:cNvPr>
          <p:cNvSpPr/>
          <p:nvPr/>
        </p:nvSpPr>
        <p:spPr>
          <a:xfrm>
            <a:off x="4587688" y="2302153"/>
            <a:ext cx="1196788" cy="11564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FFN</a:t>
            </a:r>
          </a:p>
          <a:p>
            <a:pPr algn="ctr"/>
            <a:r>
              <a:rPr lang="en-US" altLang="zh-CN" dirty="0"/>
              <a:t>weight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D24C358-45E3-71C2-42BC-B2D3AD2FD755}"/>
              </a:ext>
            </a:extLst>
          </p:cNvPr>
          <p:cNvSpPr/>
          <p:nvPr/>
        </p:nvSpPr>
        <p:spPr>
          <a:xfrm>
            <a:off x="4500282" y="2366680"/>
            <a:ext cx="1196788" cy="11564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FFN</a:t>
            </a:r>
          </a:p>
          <a:p>
            <a:pPr algn="ctr"/>
            <a:r>
              <a:rPr lang="en-US" altLang="zh-CN" dirty="0"/>
              <a:t>expert</a:t>
            </a:r>
          </a:p>
          <a:p>
            <a:pPr algn="ctr"/>
            <a:r>
              <a:rPr lang="en-US" altLang="zh-CN" dirty="0"/>
              <a:t>weight</a:t>
            </a:r>
            <a:endParaRPr lang="zh-CN" altLang="en-US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22239953-EAED-53B9-FE52-9B38DC77B908}"/>
              </a:ext>
            </a:extLst>
          </p:cNvPr>
          <p:cNvSpPr/>
          <p:nvPr/>
        </p:nvSpPr>
        <p:spPr>
          <a:xfrm>
            <a:off x="1210236" y="2480981"/>
            <a:ext cx="891988" cy="927847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Act</a:t>
            </a:r>
            <a:endParaRPr lang="zh-CN" altLang="en-US" dirty="0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85F4108C-9203-548D-7C44-2C7FA99529DA}"/>
              </a:ext>
            </a:extLst>
          </p:cNvPr>
          <p:cNvSpPr/>
          <p:nvPr/>
        </p:nvSpPr>
        <p:spPr>
          <a:xfrm>
            <a:off x="3505200" y="2501153"/>
            <a:ext cx="891988" cy="927847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Act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9634B0-29AC-70A2-48BF-2296E75460B1}"/>
              </a:ext>
            </a:extLst>
          </p:cNvPr>
          <p:cNvSpPr/>
          <p:nvPr/>
        </p:nvSpPr>
        <p:spPr>
          <a:xfrm>
            <a:off x="6373905" y="1855694"/>
            <a:ext cx="891989" cy="1976718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dirty="0"/>
              <a:t>Layer 2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054C87-75FC-FF56-015D-80061FC09F3C}"/>
              </a:ext>
            </a:extLst>
          </p:cNvPr>
          <p:cNvSpPr/>
          <p:nvPr/>
        </p:nvSpPr>
        <p:spPr>
          <a:xfrm>
            <a:off x="7472081" y="1855694"/>
            <a:ext cx="891989" cy="1976718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dirty="0"/>
              <a:t>Layer 3</a:t>
            </a:r>
            <a:endParaRPr lang="zh-CN" altLang="en-US" dirty="0"/>
          </a:p>
        </p:txBody>
      </p: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9F109BA1-7B9B-03D9-D892-2DE3EF816725}"/>
              </a:ext>
            </a:extLst>
          </p:cNvPr>
          <p:cNvSpPr/>
          <p:nvPr/>
        </p:nvSpPr>
        <p:spPr>
          <a:xfrm rot="16200000">
            <a:off x="2608733" y="3146613"/>
            <a:ext cx="389962" cy="119678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91A674C-1B1F-F314-7F19-CD9A946E4528}"/>
              </a:ext>
            </a:extLst>
          </p:cNvPr>
          <p:cNvSpPr txBox="1"/>
          <p:nvPr/>
        </p:nvSpPr>
        <p:spPr>
          <a:xfrm>
            <a:off x="1842247" y="3939990"/>
            <a:ext cx="1922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Partitioned by </a:t>
            </a:r>
            <a:r>
              <a:rPr lang="en-US" altLang="zh-CN" b="1" dirty="0"/>
              <a:t>TP</a:t>
            </a:r>
          </a:p>
          <a:p>
            <a:pPr algn="ctr"/>
            <a:r>
              <a:rPr lang="en-US" altLang="zh-CN" dirty="0"/>
              <a:t>Copied by </a:t>
            </a:r>
            <a:r>
              <a:rPr lang="en-US" altLang="zh-CN" b="1" dirty="0"/>
              <a:t>DP</a:t>
            </a:r>
            <a:endParaRPr lang="zh-CN" altLang="en-US" b="1" dirty="0"/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A125BD07-4EB4-8E9B-52C1-0204A5BFC84F}"/>
              </a:ext>
            </a:extLst>
          </p:cNvPr>
          <p:cNvSpPr/>
          <p:nvPr/>
        </p:nvSpPr>
        <p:spPr>
          <a:xfrm rot="16200000">
            <a:off x="4910421" y="3146613"/>
            <a:ext cx="389962" cy="119678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BAE82E9-381E-2EBD-0814-18A741E9E5ED}"/>
              </a:ext>
            </a:extLst>
          </p:cNvPr>
          <p:cNvSpPr txBox="1"/>
          <p:nvPr/>
        </p:nvSpPr>
        <p:spPr>
          <a:xfrm>
            <a:off x="3969123" y="3939990"/>
            <a:ext cx="2023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Partitioned by </a:t>
            </a:r>
            <a:r>
              <a:rPr lang="en-US" altLang="zh-CN" b="1" dirty="0"/>
              <a:t>ETP</a:t>
            </a:r>
            <a:endParaRPr lang="zh-CN" altLang="en-US" b="1" dirty="0"/>
          </a:p>
        </p:txBody>
      </p: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16DEA0A1-D95D-90C9-3A9D-6F893C06075B}"/>
              </a:ext>
            </a:extLst>
          </p:cNvPr>
          <p:cNvSpPr/>
          <p:nvPr/>
        </p:nvSpPr>
        <p:spPr>
          <a:xfrm rot="5400000">
            <a:off x="4639236" y="-1748118"/>
            <a:ext cx="389962" cy="6710083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D1D3642-32F2-C4C4-B574-E1EA5FED828C}"/>
              </a:ext>
            </a:extLst>
          </p:cNvPr>
          <p:cNvSpPr txBox="1"/>
          <p:nvPr/>
        </p:nvSpPr>
        <p:spPr>
          <a:xfrm>
            <a:off x="3872752" y="1077540"/>
            <a:ext cx="1922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Partitioned by </a:t>
            </a:r>
            <a:r>
              <a:rPr lang="en-US" altLang="zh-CN" b="1" dirty="0"/>
              <a:t>PP</a:t>
            </a:r>
            <a:endParaRPr lang="zh-CN" altLang="en-US" b="1" dirty="0"/>
          </a:p>
        </p:txBody>
      </p:sp>
      <p:sp>
        <p:nvSpPr>
          <p:cNvPr id="24" name="左大括号 23">
            <a:extLst>
              <a:ext uri="{FF2B5EF4-FFF2-40B4-BE49-F238E27FC236}">
                <a16:creationId xmlns:a16="http://schemas.microsoft.com/office/drawing/2014/main" id="{A4B3FBDA-BC7C-2EFB-902D-6B31F33EEC5B}"/>
              </a:ext>
            </a:extLst>
          </p:cNvPr>
          <p:cNvSpPr/>
          <p:nvPr/>
        </p:nvSpPr>
        <p:spPr>
          <a:xfrm rot="13763638">
            <a:off x="5688237" y="3510077"/>
            <a:ext cx="725585" cy="35006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左大括号 6">
            <a:extLst>
              <a:ext uri="{FF2B5EF4-FFF2-40B4-BE49-F238E27FC236}">
                <a16:creationId xmlns:a16="http://schemas.microsoft.com/office/drawing/2014/main" id="{D2A67699-182F-F2E6-4074-9BDFF834DF12}"/>
              </a:ext>
            </a:extLst>
          </p:cNvPr>
          <p:cNvSpPr/>
          <p:nvPr/>
        </p:nvSpPr>
        <p:spPr>
          <a:xfrm rot="13763638">
            <a:off x="8617443" y="4460128"/>
            <a:ext cx="389962" cy="46578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E8454C-1816-AEB5-D8F2-FD3B0CB45052}"/>
              </a:ext>
            </a:extLst>
          </p:cNvPr>
          <p:cNvSpPr txBox="1"/>
          <p:nvPr/>
        </p:nvSpPr>
        <p:spPr>
          <a:xfrm>
            <a:off x="6096001" y="3871902"/>
            <a:ext cx="2525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Partitioned by </a:t>
            </a:r>
            <a:r>
              <a:rPr lang="en-US" altLang="zh-CN" b="1" dirty="0"/>
              <a:t>EP</a:t>
            </a:r>
          </a:p>
          <a:p>
            <a:pPr algn="ctr"/>
            <a:r>
              <a:rPr lang="en-US" altLang="zh-CN" dirty="0"/>
              <a:t>Copied by </a:t>
            </a:r>
            <a:r>
              <a:rPr lang="en-US" altLang="zh-CN" b="1" dirty="0"/>
              <a:t>expert slots</a:t>
            </a:r>
            <a:endParaRPr lang="zh-CN" altLang="en-US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1F685FA-D505-434C-00D5-D0883F96DA86}"/>
              </a:ext>
            </a:extLst>
          </p:cNvPr>
          <p:cNvSpPr txBox="1"/>
          <p:nvPr/>
        </p:nvSpPr>
        <p:spPr>
          <a:xfrm>
            <a:off x="6142100" y="4896043"/>
            <a:ext cx="2974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/>
              <a:t>Copied by</a:t>
            </a:r>
          </a:p>
          <a:p>
            <a:pPr algn="r"/>
            <a:r>
              <a:rPr lang="en-US" altLang="zh-CN" dirty="0"/>
              <a:t>P/D/P+D </a:t>
            </a:r>
            <a:r>
              <a:rPr lang="en-US" altLang="zh-CN" b="1" dirty="0"/>
              <a:t>instances</a:t>
            </a:r>
            <a:endParaRPr lang="zh-CN" altLang="en-US" b="1" dirty="0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8F65B071-F8AF-5EDD-5E52-8636C0A16239}"/>
              </a:ext>
            </a:extLst>
          </p:cNvPr>
          <p:cNvSpPr/>
          <p:nvPr/>
        </p:nvSpPr>
        <p:spPr>
          <a:xfrm>
            <a:off x="5974975" y="2501153"/>
            <a:ext cx="891988" cy="927847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Act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5115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79</Words>
  <Application>Microsoft Office PowerPoint</Application>
  <PresentationFormat>宽屏</PresentationFormat>
  <Paragraphs>38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适之 唐</dc:creator>
  <cp:lastModifiedBy>适之 唐</cp:lastModifiedBy>
  <cp:revision>14</cp:revision>
  <dcterms:created xsi:type="dcterms:W3CDTF">2025-12-26T04:31:08Z</dcterms:created>
  <dcterms:modified xsi:type="dcterms:W3CDTF">2025-12-26T05:54:42Z</dcterms:modified>
</cp:coreProperties>
</file>